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35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64008"/>
            <a:ext cx="274320" cy="25603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" y="64008"/>
            <a:ext cx="27432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74520" y="64008"/>
            <a:ext cx="2743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88920" y="64008"/>
            <a:ext cx="274320" cy="25603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703320" y="64008"/>
            <a:ext cx="27432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17720" y="64008"/>
            <a:ext cx="274320" cy="25603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32120" y="64008"/>
            <a:ext cx="27432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46520" y="64008"/>
            <a:ext cx="2743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60920" y="64008"/>
            <a:ext cx="274320" cy="25603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75320" y="64008"/>
            <a:ext cx="27432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FF2D78">
              <a:alpha val="10000"/>
            </a:srgbClr>
          </a:solidFill>
          <a:ln w="12700">
            <a:solidFill>
              <a:srgbClr val="FF2D7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PRESS START TO PLAY &lt;&lt;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841248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🕹️ VIBE CODING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457200" y="196596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kern="0" spc="10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SHOWDOWN</a:t>
            </a:r>
            <a:endParaRPr lang="en-US" sz="7800" dirty="0"/>
          </a:p>
        </p:txBody>
      </p:sp>
      <p:sp>
        <p:nvSpPr>
          <p:cNvPr id="17" name="Shape 15"/>
          <p:cNvSpPr/>
          <p:nvPr/>
        </p:nvSpPr>
        <p:spPr>
          <a:xfrm>
            <a:off x="1097280" y="3337560"/>
            <a:ext cx="6949440" cy="54864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33375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DATA AS A SERVICE PORTAL EDITION  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" y="4069080"/>
            <a:ext cx="2743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4069080"/>
            <a:ext cx="274320" cy="25603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74520" y="4069080"/>
            <a:ext cx="27432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88920" y="4069080"/>
            <a:ext cx="274320" cy="25603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03320" y="4069080"/>
            <a:ext cx="27432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4069080"/>
            <a:ext cx="2743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32120" y="4069080"/>
            <a:ext cx="274320" cy="25603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46520" y="4069080"/>
            <a:ext cx="27432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60920" y="4069080"/>
            <a:ext cx="274320" cy="25603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75320" y="4069080"/>
            <a:ext cx="27432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TEAM]  •  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BRIEFING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We Doing Today? 🎮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60520" cy="13258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73152" cy="1325880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1732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🏗️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0160" y="15270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built something for our Data as a Service portal. Big or small — it all counts!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160520" cy="13258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417320"/>
            <a:ext cx="73152" cy="1325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141732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🎤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715000" y="15270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 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18745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robin demos — 5 minutes each. Tell us what you built, what it does, what exploded.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60520" cy="13258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73152" cy="13258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92608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🎁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28016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PAID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 Amazon gift card for every participant. Yep — just for showing up and demoing!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4160520" cy="13258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2926080"/>
            <a:ext cx="73152" cy="1325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0328" y="292608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✨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71500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33832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bar, high energy. This is a judgment-free zone. Broken is beautiful. Just ship it!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4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DEAL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of the Game 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389120" cy="402336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⏱️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per demo — keep it tight!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4389120" cy="402336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what you built (broken = totally fine)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4389120" cy="402336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797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what it does and what it's for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4389120" cy="402336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2552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25526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one thing you learned along the way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4389120" cy="402336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7307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73075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 everyone on — we're a team!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4389120" cy="402336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2062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after each demo — keep it friendly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49240" y="1298448"/>
            <a:ext cx="3474720" cy="3429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94960" y="1344168"/>
            <a:ext cx="3383280" cy="333756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0" y="14173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🎁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5394960" y="2395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AA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GET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6974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</a:t>
            </a:r>
            <a:endParaRPr lang="en-US" sz="7400" dirty="0"/>
          </a:p>
        </p:txBody>
      </p:sp>
      <p:sp>
        <p:nvSpPr>
          <p:cNvPr id="29" name="Text 27"/>
          <p:cNvSpPr/>
          <p:nvPr/>
        </p:nvSpPr>
        <p:spPr>
          <a:xfrm>
            <a:off x="5394960" y="3611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Gift Card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950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for participating! 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400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LINEUP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Round Robin — Let's Go! 🚀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74980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548640" cy="5486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" y="1399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33856" y="1673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________________________________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03704"/>
            <a:ext cx="4160520" cy="74980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548640" cy="5486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33856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________________________________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81528"/>
            <a:ext cx="4160520" cy="74980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________________________________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59352"/>
            <a:ext cx="4160520" cy="74980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059936"/>
            <a:ext cx="548640" cy="548640"/>
          </a:xfrm>
          <a:prstGeom prst="ellipse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33856" y="4032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4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3856" y="4306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________________________________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325880"/>
            <a:ext cx="4160520" cy="74980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0" y="1426464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1426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14416" y="1399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14416" y="1673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________________________________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203704"/>
            <a:ext cx="4160520" cy="74980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37760" y="2304288"/>
            <a:ext cx="548640" cy="548640"/>
          </a:xfrm>
          <a:prstGeom prst="ellipse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14416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14416" y="2551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________________________________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081528"/>
            <a:ext cx="4160520" cy="74980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937760" y="3182112"/>
            <a:ext cx="548640" cy="5486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3182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614416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14416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________________________________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959352"/>
            <a:ext cx="4160520" cy="74980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37760" y="4059936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37760" y="4059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614416" y="4032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14416" y="4306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________________________________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1 OF 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VIBE CODING SHOWDOWN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2468880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 DEMO TIME!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6400800" cy="6400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591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BUILT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255264"/>
            <a:ext cx="6400800" cy="148132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A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  5 MINUTE CLOCK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68880" y="4370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👏  clap clap clap!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2 OF 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VIBE CODING SHOWDOWN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2468880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 DEMO TIME!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64008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591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BUILT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255264"/>
            <a:ext cx="6400800" cy="148132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A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  5 MINUTE CLOCK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68880" y="4370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👏  clap clap clap!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3 OF 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VIBE CODING SHOWDOWN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2468880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 DEMO TIME!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64008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591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BUILT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255264"/>
            <a:ext cx="6400800" cy="148132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A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  5 MINUTE CLOCK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68880" y="4370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👏  clap clap clap!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4 OF 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VIBE CODING SHOWDOWN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B44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2468880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 DEMO TIME!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6400800" cy="64008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4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591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4F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BUILT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255264"/>
            <a:ext cx="6400800" cy="148132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A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  5 MINUTE CLOCK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68880" y="4370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👏  clap clap clap!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5 OF 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VIBE CODING SHOWDOWN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2468880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 DEMO TIME!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640080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591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BUILT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255264"/>
            <a:ext cx="6400800" cy="148132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A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  5 MINUTE CLOCK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68880" y="4370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👏  clap clap clap!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6 OF 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VIBE CODING SHOWDOWN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2468880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 DEMO TIME!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6400800" cy="64008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591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BUILT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255264"/>
            <a:ext cx="6400800" cy="148132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A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  5 MINUTE CLOCK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68880" y="4370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👏  clap clap clap!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7 OF 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VIBE CODING SHOWDOWN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2468880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 DEMO TIME!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64008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591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BUILT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255264"/>
            <a:ext cx="6400800" cy="148132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A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  5 MINUTE CLOCK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68880" y="4370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👏  clap clap clap!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8 OF 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VIBE CODING SHOWDOWN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566928"/>
            <a:ext cx="2286000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2468880" y="6583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 DEMO TIME!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64008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591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BUILT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68880" y="27157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255264"/>
            <a:ext cx="6400800" cy="1481328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6888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AAA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  5 MINUTE CLOCK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58768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84064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34656" y="374904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68880" y="43708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👏  clap clap clap!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0F2A"/>
          </a:solidFill>
          <a:ln w="12700">
            <a:solidFill>
              <a:srgbClr val="0F0F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 VIBE CODING SHOWDOWN  •  DATA AS A SERVICE PORTAL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FFD700">
              <a:alpha val="12000"/>
            </a:srgbClr>
          </a:solidFill>
          <a:ln w="12700">
            <a:solidFill>
              <a:srgbClr val="FFD70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FF2D78">
              <a:alpha val="12000"/>
            </a:srgbClr>
          </a:solidFill>
          <a:ln w="12700">
            <a:solidFill>
              <a:srgbClr val="FF2D7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" y="64008"/>
            <a:ext cx="274320" cy="25603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64008"/>
            <a:ext cx="27432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74520" y="64008"/>
            <a:ext cx="2743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88920" y="64008"/>
            <a:ext cx="274320" cy="25603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703320" y="64008"/>
            <a:ext cx="27432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7720" y="64008"/>
            <a:ext cx="274320" cy="25603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32120" y="64008"/>
            <a:ext cx="27432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64008"/>
            <a:ext cx="2743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60920" y="64008"/>
            <a:ext cx="274320" cy="25603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75320" y="64008"/>
            <a:ext cx="27432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8404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THAT'S A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457200" y="1152144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kern="0" spc="8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WRAP! 🏆</a:t>
            </a:r>
            <a:endParaRPr lang="en-US" sz="6600" dirty="0"/>
          </a:p>
        </p:txBody>
      </p:sp>
      <p:sp>
        <p:nvSpPr>
          <p:cNvPr id="16" name="Shape 14"/>
          <p:cNvSpPr/>
          <p:nvPr/>
        </p:nvSpPr>
        <p:spPr>
          <a:xfrm>
            <a:off x="1097280" y="2286000"/>
            <a:ext cx="6949440" cy="53035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228600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AMAZING WORK, EVERYONE! 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944368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$25 Amazon gift cards coming your way!</a:t>
            </a:r>
            <a:endParaRPr lang="en-US" sz="16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Keep building — the portal is counting on you!</a:t>
            </a:r>
            <a:endParaRPr lang="en-US" sz="16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Thank you for vibing with us today!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" y="4681728"/>
            <a:ext cx="274320" cy="25603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4681728"/>
            <a:ext cx="27432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874520" y="4681728"/>
            <a:ext cx="274320" cy="25603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88920" y="4681728"/>
            <a:ext cx="27432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03320" y="4681728"/>
            <a:ext cx="2743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4681728"/>
            <a:ext cx="274320" cy="256032"/>
          </a:xfrm>
          <a:prstGeom prst="rect">
            <a:avLst/>
          </a:prstGeom>
          <a:solidFill>
            <a:srgbClr val="B44FD8"/>
          </a:solidFill>
          <a:ln w="12700">
            <a:solidFill>
              <a:srgbClr val="B44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32120" y="4681728"/>
            <a:ext cx="274320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46520" y="4681728"/>
            <a:ext cx="274320" cy="256032"/>
          </a:xfrm>
          <a:prstGeom prst="rect">
            <a:avLst/>
          </a:prstGeom>
          <a:solidFill>
            <a:srgbClr val="FF2D78"/>
          </a:solidFill>
          <a:ln w="12700">
            <a:solidFill>
              <a:srgbClr val="FF2D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60920" y="4681728"/>
            <a:ext cx="274320" cy="2560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75320" y="4681728"/>
            <a:ext cx="27432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Macintosh PowerPoint</Application>
  <PresentationFormat>On-screen Show (16:9)</PresentationFormat>
  <Paragraphs>215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Showdown</dc:title>
  <dc:subject>PptxGenJS Presentation</dc:subject>
  <dc:creator>Team</dc:creator>
  <cp:lastModifiedBy>Adam Ames</cp:lastModifiedBy>
  <cp:revision>1</cp:revision>
  <dcterms:created xsi:type="dcterms:W3CDTF">2026-02-20T15:53:55Z</dcterms:created>
  <dcterms:modified xsi:type="dcterms:W3CDTF">2026-02-20T15:56:19Z</dcterms:modified>
</cp:coreProperties>
</file>